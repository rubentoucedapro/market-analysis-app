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Preséntate en 20 segundos: ingeniero que invierte por hobby y quería decisiones con base cuantitativa, no corazonadas. El proyecto es real y personal: lo usas tú. Eso responde al "proyecto original que te ilusione" del TFM.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Cuenta el problema en 30 segundos con un ejemplo: "Precio &gt; SMA50 y volumen alto, ¿cuándo se cumplió y con qué riesgo/beneficio?" Sin números no hay decisión, solo opinión.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Esta es LA frase del TFM: determinista para decidir, IA para interpretar. Si el tribunal se queda con una idea, que sea esta. Anticípate: "¿y si falla la IA?" → "nada se rompe, lo veréis en la demo".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Recorre el flujo señalando que cada paso es un caso de uso independiente (ManageAnalyzeTicker, SuggestTickers, EvaluateStrategy…). Si preguntan "¿dónde está la lógica?", respuesta: en el dominio, nunca en los controladores.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Explica de fuera a dentro: Thymeleaf/MVC solo presenta; Application orquesta casos de uso; Domain (Rule, Strategy, RuleEvaluator) no importa nada de Spring — verificado; Infrastructure adapta JPA, APIs e IA. Cambiar de proveedor = tocar un adapter.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Enseña un ejemplo vivo si puedes: estrategia PRICE &gt; SMA50 con threshold 70. El scoring ponderado fue el bloque central del cierre (4 PRs). El catálogo es el "guardián" contra combinaciones imposibles.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Este slide blinda la pregunta "¿y la IA no se equivoca?". Respuesta: puede fallar el texto, nunca los números. Menciona el caso real de tus logs: los 5 modelos en 429 y la app siguió funcionando con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Si preguntan por qué VPS y no Railway: control total, reproducible con Docker, healthchecks y pipeline GHCR. Los números (1165, 63→0) son tu prueba de "buen proyecto de software", no un fichero de 10.000 líneas.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Aquí demuestras lo que el máster evalúa: no "código escupido por IA", sino proceso disciplinado. Cita artefactos: AGENTS.md §3, docs/prompts/ (9 patrones), ADRs. El tribunal valora originalidad + disfrute: di qué parte disfrutaste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Ten abierta también la URL local por si falla la red en la defensa. Si la IA da 429 en directo, perfecto: enseñas el fallback amistoso (es una feature, no un fallo). No enseñes más de 4 pantallas.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Sé honesto con lo que NO hace (el disclaimer está en el README). Cada futuro enlaza con una decisión ya tomada: Swagger descartado a posta, ML desacoplado por hexagonal, Boot 4.x como riesgo aceptado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Cierra con las 5 piezas del TFM marcadas y pide preguntas. Ten a mano: repo, deploy, PDF de slides y formulario. Termina con qué te llevas del máster en una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2026-10-11T20:22:31Z</dcterms:created>
  <dcterms:modified xsi:type="dcterms:W3CDTF">2026-10-11T20:22:31Z</dcterms:modified>
</cp:coreProperties>
</file>
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jpeg" ContentType="image/jpeg"/>
  <Default Extension="jpg" ContentType="image/jpg"/>
  <Default Extension="svg" ContentType="image/svg+xml"/>
  <Default Extension="png" ContentType="image/png"/>
  <Default Extension="gif" ContentType="image/gif"/>
  <Default Extension="m4v" ContentType="video/mp4"/>
  <Default Extension="mp4" ContentType="video/mp4"/>
  <Default Extension="vml" ContentType="application/vnd.openxmlformats-officedocument.vmlDrawing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Masters/slideMaster2.xml" ContentType="application/vnd.openxmlformats-officedocument.presentationml.slideMaster+xml"/>
  <Override PartName="/ppt/slides/slide2.xml" ContentType="application/vnd.openxmlformats-officedocument.presentationml.slide+xml"/>
  <Override PartName="/ppt/slideMasters/slideMaster3.xml" ContentType="application/vnd.openxmlformats-officedocument.presentationml.slideMaster+xml"/>
  <Override PartName="/ppt/slides/slide3.xml" ContentType="application/vnd.openxmlformats-officedocument.presentationml.slide+xml"/>
  <Override PartName="/ppt/slideMasters/slideMaster4.xml" ContentType="application/vnd.openxmlformats-officedocument.presentationml.slideMaster+xml"/>
  <Override PartName="/ppt/slides/slide4.xml" ContentType="application/vnd.openxmlformats-officedocument.presentationml.slide+xml"/>
  <Override PartName="/ppt/slideMasters/slideMaster5.xml" ContentType="application/vnd.openxmlformats-officedocument.presentationml.slideMaster+xml"/>
  <Override PartName="/ppt/slides/slide5.xml" ContentType="application/vnd.openxmlformats-officedocument.presentationml.slide+xml"/>
  <Override PartName="/ppt/slideMasters/slideMaster6.xml" ContentType="application/vnd.openxmlformats-officedocument.presentationml.slideMaster+xml"/>
  <Override PartName="/ppt/slides/slide6.xml" ContentType="application/vnd.openxmlformats-officedocument.presentationml.slide+xml"/>
  <Override PartName="/ppt/slideMasters/slideMaster7.xml" ContentType="application/vnd.openxmlformats-officedocument.presentationml.slideMaster+xml"/>
  <Override PartName="/ppt/slides/slide7.xml" ContentType="application/vnd.openxmlformats-officedocument.presentationml.slide+xml"/>
  <Override PartName="/ppt/slideMasters/slideMaster8.xml" ContentType="application/vnd.openxmlformats-officedocument.presentationml.slideMaster+xml"/>
  <Override PartName="/ppt/slides/slide8.xml" ContentType="application/vnd.openxmlformats-officedocument.presentationml.slide+xml"/>
  <Override PartName="/ppt/slideMasters/slideMaster9.xml" ContentType="application/vnd.openxmlformats-officedocument.presentationml.slideMaster+xml"/>
  <Override PartName="/ppt/slides/slide9.xml" ContentType="application/vnd.openxmlformats-officedocument.presentationml.slide+xml"/>
  <Override PartName="/ppt/slideMasters/slideMaster10.xml" ContentType="application/vnd.openxmlformats-officedocument.presentationml.slideMaster+xml"/>
  <Override PartName="/ppt/slides/slide10.xml" ContentType="application/vnd.openxmlformats-officedocument.presentationml.slide+xml"/>
  <Override PartName="/ppt/slideMasters/slideMaster11.xml" ContentType="application/vnd.openxmlformats-officedocument.presentationml.slideMaster+xml"/>
  <Override PartName="/ppt/slides/slide11.xml" ContentType="application/vnd.openxmlformats-officedocument.presentationml.slide+xml"/>
  <Override PartName="/ppt/slideMasters/slideMaster12.xml" ContentType="application/vnd.openxmlformats-officedocument.presentationml.slideMaster+xml"/>
  <Override PartName="/ppt/slides/slide12.xml" ContentType="application/vnd.openxmlformats-officedocument.presentationml.slide+xml"/>
  <Override PartName="/ppt/slideMasters/slideMaster13.xml" ContentType="application/vnd.openxmlformats-officedocument.presentationml.slideMaster+xml"/>
  <Override PartName="/ppt/slides/slide13.xml" ContentType="application/vnd.openxmlformats-officedocument.presentationml.slide+xml"/>
  <Override PartName="/ppt/slideMasters/slideMaster14.xml" ContentType="application/vnd.openxmlformats-officedocument.presentationml.slideMaster+xml"/>
  <Override PartName="/ppt/slides/slide14.xml" ContentType="application/vnd.openxmlformats-officedocument.presentationml.slide+xml"/>
  <Override PartName="/ppt/slideMasters/slideMaster15.xml" ContentType="application/vnd.openxmlformats-officedocument.presentationml.slideMaster+xml"/>
  <Override PartName="/ppt/slides/slide15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ppt/notesSlides/notesSlide13.xml" ContentType="application/vnd.openxmlformats-officedocument.presentationml.notesSlide+xml"/>
  <Override PartName="/ppt/notesSlides/notesSlide14.xml" ContentType="application/vnd.openxmlformats-officedocument.presentationml.notesSlide+xml"/>
  <Override PartName="/ppt/notesSlides/notesSlide15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
		<Relationship Id="rId1" Type="http://schemas.openxmlformats.org/officeDocument/2006/relationships/extended-properties" Target="docProps/app.xml"/>
		<Relationship Id="rId2" Type="http://schemas.openxmlformats.org/package/2006/relationships/metadata/core-properties" Target="docProps/core.xml"/>
		<Relationship Id="rId3" Type="http://schemas.openxmlformats.org/officeDocument/2006/relationships/officeDocument" Target="ppt/presentation.xml"/>
		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  <p:sldId id="266" r:id="rId12"/>
    <p:sldId id="267" r:id="rId13"/>
    <p:sldId id="268" r:id="rId14"/>
    <p:sldId id="269" r:id="rId15"/>
    <p:sldId id="270" r:id="rId16"/>
  </p:sldIdLst>
  <p:notesMasterIdLst>
    <p:notesMasterId r:id="rId17"/>
  </p:notesMasterIdLst>
  <p:sldSz cx="12192000" cy="6858000"/>
  <p:notesSz cx="6858000" cy="121920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slide" Target="slides/slide6.xml"/><Relationship Id="rId8" Type="http://schemas.openxmlformats.org/officeDocument/2006/relationships/slide" Target="slides/slide7.xml"/><Relationship Id="rId9" Type="http://schemas.openxmlformats.org/officeDocument/2006/relationships/slide" Target="slides/slide8.xml"/><Relationship Id="rId10" Type="http://schemas.openxmlformats.org/officeDocument/2006/relationships/slide" Target="slides/slide9.xml"/><Relationship Id="rId11" Type="http://schemas.openxmlformats.org/officeDocument/2006/relationships/slide" Target="slides/slide10.xml"/><Relationship Id="rId12" Type="http://schemas.openxmlformats.org/officeDocument/2006/relationships/slide" Target="slides/slide11.xml"/><Relationship Id="rId13" Type="http://schemas.openxmlformats.org/officeDocument/2006/relationships/slide" Target="slides/slide12.xml"/><Relationship Id="rId14" Type="http://schemas.openxmlformats.org/officeDocument/2006/relationships/slide" Target="slides/slide13.xml"/><Relationship Id="rId15" Type="http://schemas.openxmlformats.org/officeDocument/2006/relationships/slide" Target="slides/slide14.xml"/><Relationship Id="rId16" Type="http://schemas.openxmlformats.org/officeDocument/2006/relationships/slide" Target="slides/slide15.xml"/><Relationship Id="rId17" Type="http://schemas.openxmlformats.org/officeDocument/2006/relationships/notesMaster" Target="notesMasters/notesMaster1.xml"/><Relationship Id="rId18" Type="http://schemas.openxmlformats.org/officeDocument/2006/relationships/presProps" Target="presProps.xml"/><Relationship Id="rId19" Type="http://schemas.openxmlformats.org/officeDocument/2006/relationships/viewProps" Target="viewProps.xml"/><Relationship Id="rId20" Type="http://schemas.openxmlformats.org/officeDocument/2006/relationships/theme" Target="theme/theme1.xml"/><Relationship Id="rId21" Type="http://schemas.openxmlformats.org/officeDocument/2006/relationships/tableStyles" Target="tableStyles.xml"/></Relationships>
</file>

<file path=ppt/notesMasters/_rels/notesMaster1.xml.rels><?xml version="1.0" encoding="UTF-8" standalone="yes"?>
<Relationships xmlns="http://schemas.openxmlformats.org/package/2006/relationships">
		<Relationship Id="rId1" Type="http://schemas.openxmlformats.org/officeDocument/2006/relationships/theme" Target="../theme/theme1.xml"/>
		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.xml"/>
		</Relationships>
</file>

<file path=ppt/notesSlides/_rels/notesSlide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.xml"/>
		</Relationships>
</file>

<file path=ppt/notesSlides/_rels/notesSlide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.xml"/>
		</Relationships>
</file>

<file path=ppt/notesSlides/_rels/notesSlide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.xml"/>
		</Relationships>
</file>

<file path=ppt/notesSlides/_rels/notesSlide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.xml"/>
		</Relationships>
</file>

<file path=ppt/notesSlides/_rels/notesSlide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.xml"/>
		</Relationships>
</file>

<file path=ppt/notesSlides/_rels/notesSlide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7.xml"/>
		</Relationships>
</file>

<file path=ppt/notesSlides/_rels/notesSlide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8.xml"/>
		</Relationships>
</file>

<file path=ppt/notesSlides/_rels/notesSlide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9.xml"/>
		</Relationships>
</file>

<file path=ppt/notesSlides/_rels/notesSlide1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0.xml"/>
		</Relationships>
</file>

<file path=ppt/notesSlides/_rels/notesSlide1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1.xml"/>
		</Relationships>
</file>

<file path=ppt/notesSlides/_rels/notesSlide1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2.xml"/>
		</Relationships>
</file>

<file path=ppt/notesSlides/_rels/notesSlide1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3.xml"/>
		</Relationships>
</file>

<file path=ppt/notesSlides/_rels/notesSlide1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4.xml"/>
		</Relationships>
</file>

<file path=ppt/notesSlides/_rels/notesSlide1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5.xml"/>
		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image" Target="../media/Slide-1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image" Target="../media/Slide-2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image" Target="../media/Slide-3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3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image" Target="../media/Slide-4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4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image" Target="../media/Slide-5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5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image" Target="../media/Slide-6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6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image" Target="../media/Slide-7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7.xml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image" Target="../media/Slide-8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8.xml"/></Relationships>
</file>

<file path=ppt/slides/_rels/slide9.xml.rels><?xml version="1.0" encoding="UTF-8" standalone="yes"?>
<Relationships xmlns="http://schemas.openxmlformats.org/package/2006/relationships"><Relationship Id="rId1" Type="http://schemas.openxmlformats.org/officeDocument/2006/relationships/image" Target="../media/Slide-9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9.xml"/></Relationships>
</file>

<file path=ppt/slides/_rels/slide10.xml.rels><?xml version="1.0" encoding="UTF-8" standalone="yes"?>
<Relationships xmlns="http://schemas.openxmlformats.org/package/2006/relationships"><Relationship Id="rId1" Type="http://schemas.openxmlformats.org/officeDocument/2006/relationships/image" Target="../media/Slide-10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0.xml"/></Relationships>
</file>

<file path=ppt/slides/_rels/slide11.xml.rels><?xml version="1.0" encoding="UTF-8" standalone="yes"?>
<Relationships xmlns="http://schemas.openxmlformats.org/package/2006/relationships"><Relationship Id="rId1" Type="http://schemas.openxmlformats.org/officeDocument/2006/relationships/image" Target="../media/Slide-11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1.xml"/></Relationships>
</file>

<file path=ppt/slides/_rels/slide12.xml.rels><?xml version="1.0" encoding="UTF-8" standalone="yes"?>
<Relationships xmlns="http://schemas.openxmlformats.org/package/2006/relationships"><Relationship Id="rId1" Type="http://schemas.openxmlformats.org/officeDocument/2006/relationships/image" Target="../media/Slide-12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2.xml"/></Relationships>
</file>

<file path=ppt/slides/_rels/slide13.xml.rels><?xml version="1.0" encoding="UTF-8" standalone="yes"?>
<Relationships xmlns="http://schemas.openxmlformats.org/package/2006/relationships"><Relationship Id="rId1" Type="http://schemas.openxmlformats.org/officeDocument/2006/relationships/image" Target="../media/Slide-13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3.xml"/></Relationships>
</file>

<file path=ppt/slides/_rels/slide14.xml.rels><?xml version="1.0" encoding="UTF-8" standalone="yes"?>
<Relationships xmlns="http://schemas.openxmlformats.org/package/2006/relationships"><Relationship Id="rId1" Type="http://schemas.openxmlformats.org/officeDocument/2006/relationships/image" Target="../media/Slide-14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4.xml"/></Relationships>
</file>

<file path=ppt/slides/_rels/slide15.xml.rels><?xml version="1.0" encoding="UTF-8" standalone="yes"?>
<Relationships xmlns="http://schemas.openxmlformats.org/package/2006/relationships"><Relationship Id="rId1" Type="http://schemas.openxmlformats.org/officeDocument/2006/relationships/image" Target="../media/Slide-15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5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0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1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2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3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4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5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15</Slides>
  <Notes>15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15</vt:i4>
      </vt:variant>
    </vt:vector>
  </HeadingPairs>
  <TitlesOfParts>
    <vt:vector size="18" baseType="lpstr">
      <vt:lpstr>Arial</vt:lpstr>
      <vt:lpstr>Calibri</vt:lpstr>
      <vt:lpstr>Office Theme</vt:lpstr>
      <vt:lpstr>Slide 1</vt:lpstr>
      <vt:lpstr>Slide 2</vt:lpstr>
      <vt:lpstr>Slide 3</vt:lpstr>
      <vt:lpstr>Slide 4</vt:lpstr>
      <vt:lpstr>Slide 5</vt:lpstr>
      <vt:lpstr>Slide 6</vt:lpstr>
      <vt:lpstr>Slide 7</vt:lpstr>
      <vt:lpstr>Slide 8</vt:lpstr>
      <vt:lpstr>Slide 9</vt:lpstr>
      <vt:lpstr>Slide 10</vt:lpstr>
      <vt:lpstr>Slide 11</vt:lpstr>
      <vt:lpstr>Slide 12</vt:lpstr>
      <vt:lpstr>Slide 13</vt:lpstr>
      <vt:lpstr>Slide 14</vt:lpstr>
      <vt:lpstr>Slide 15</vt:lpstr>
    </vt:vector>
  </TitlesOfParts>
  <Company>Created by Marp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Motor de Análisis Técnico de Acciones</dc:title>
  <dc:subject>PptxGenJS Presentation</dc:subject>
  <dc:creator>Created by Marp</dc:creator>
  <cp:lastModifiedBy>Created by Marp</cp:lastModifiedBy>
  <cp:revision>1</cp:revision>
  <dcterms:created xsi:type="dcterms:W3CDTF">2026-10-13T17:29:39Z</dcterms:created>
  <dcterms:modified xsi:type="dcterms:W3CDTF">2026-10-13T17:29:39Z</dcterms:modified>
</cp:coreProperties>
</file>